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C2C8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SYSTEMS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78308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Workforce &amp;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Allocation System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Allocation intelligence enforced inside PostgreSQL — not in application code.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4114800"/>
            <a:ext cx="214884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875">
            <a:solidFill>
              <a:srgbClr val="204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11480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4114800"/>
            <a:ext cx="214884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875">
            <a:solidFill>
              <a:srgbClr val="1C2C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411480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24 + Express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4114800"/>
            <a:ext cx="214884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411480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Vite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4114800"/>
            <a:ext cx="214884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411480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+ RBAC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5029200"/>
            <a:ext cx="9326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16636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 API regression checks passing  ·  14/14 UI routes verified  ·  9,695 lines of code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With Task Assignment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74066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34440"/>
            <a:ext cx="64008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380744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assignment is guesswork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709928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manager picks a name from a list. Nobody can later answer "why did they get that task?" or "was that a good decision?"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74066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15768"/>
            <a:ext cx="64008" cy="1280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6207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Over-allocation goes unnoticed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191256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projects all assume the same senior engineer has 20 free hours. Nobody finds out until work is late.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97096"/>
            <a:ext cx="74066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97096"/>
            <a:ext cx="64008" cy="1280160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4340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live in application code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672584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allocation logic sits in a service class, every other code path can bypass it — and the rules drift from reality.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75320" y="1234440"/>
            <a:ext cx="3364992" cy="4242816"/>
          </a:xfrm>
          <a:prstGeom prst="roundRect">
            <a:avLst>
              <a:gd name="adj" fmla="val 1630"/>
            </a:avLst>
          </a:prstGeom>
          <a:solidFill>
            <a:srgbClr val="1C2C8D"/>
          </a:solidFill>
          <a:ln/>
        </p:spPr>
      </p:sp>
      <p:sp>
        <p:nvSpPr>
          <p:cNvPr id="21" name="Text 19"/>
          <p:cNvSpPr/>
          <p:nvPr/>
        </p:nvSpPr>
        <p:spPr>
          <a:xfrm>
            <a:off x="8549640" y="14813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ANSWER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49640" y="1810512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the intelligence into the database.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9640" y="278892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become impossible to bypass</a:t>
            </a:r>
            <a:endParaRPr lang="en-US" sz="110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decision is reproducible and auditable</a:t>
            </a:r>
            <a:endParaRPr lang="en-US" sz="110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Concurrency safety comes free from row locks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System Does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3502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 across 4 layers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3502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views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33502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17920" y="182880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 enforcing rules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15400" y="118872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133502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2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06840" y="182880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endpoints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51460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679192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Allocation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30175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Ranks every employee for a task on a weighted 0–100 score, then applies hard filters that remove over-capacity or unqualified people entirely.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251460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679192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Workload Intelligence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55080" y="30175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capacity, utilisation bands, 28-day deadline-pressure heatmap and per-department load — all computed in SQL, never in JavaScript.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553712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Task Lifecycle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77240" y="48920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→ ASSIGNED → IN_PROGRESS → REVIEW → COMPLETED, with illegal transitions rejected by a trigger and every change written to an audit trail.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438912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553712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Traceability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55080" y="48920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allocation stores its complete score breakdown as JSONB, so you can reconstruct exactly why a decision was made, months later.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  <a:gridCol w="1234440"/>
                <a:gridCol w="56509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Version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this choice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PL/pgSQL, row-level locking, JSONB, triggers, partial indexes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Node.js + Express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24.18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language as the client; node-postgres keeps SQL explicit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jsonwebtoken + bcryptjs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9.x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Stateless tokens; passwords hashed with bcrypt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 + React Router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 model suits 13 data-heavy screens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 dev server + fast production bundling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Tailwind CSS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Utility classes; 15 shared component classes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jsdom + esbuild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/ 0.21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Mounts real components in a real DOM against the live API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8 runtime dependencies on the server and 3 on the client — every table, badge, chart and modal is hand-built.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Request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04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25880"/>
            <a:ext cx="3200400" cy="3108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2588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Client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1709928"/>
            <a:ext cx="2980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5173 · 14 routes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fetch("/api/...") same-origin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in localStorage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C2C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325880"/>
            <a:ext cx="3017520" cy="310896"/>
          </a:xfrm>
          <a:prstGeom prst="rect">
            <a:avLst/>
          </a:prstGeom>
          <a:solidFill>
            <a:srgbClr val="1C2C8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32588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81728" y="1709928"/>
            <a:ext cx="2798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5000 · 65 endpoints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 → validate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controller → service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132588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1325880"/>
            <a:ext cx="3017520" cy="31089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132588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05088" y="1709928"/>
            <a:ext cx="2798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5432 · 13 tables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fn_allocate_task()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 · 8 views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94760" y="1847088"/>
            <a:ext cx="713232" cy="310896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217627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635240" y="1847088"/>
            <a:ext cx="713232" cy="310896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217627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$1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3017520"/>
            <a:ext cx="6766560" cy="2743200"/>
          </a:xfrm>
          <a:prstGeom prst="roundRect">
            <a:avLst>
              <a:gd name="adj" fmla="val 1667"/>
            </a:avLst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127248"/>
            <a:ext cx="649224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Express middleware chain — every request, in order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cors(CLIENT_ORIGIN)            // credentials: true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express.json({ limit: 1mb })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morgan('dev')                  // skipped when NODE_ENV=test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authenticate     // verify JWT + re-read the user row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requireRole      // ADMIN | EMPLOYEE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resolveEmployeeScope // admin = null, else own id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        // shape + type rules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PG error codes translated in one place: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23505→409  23503→409  23514→422  22P02→400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P0002→404  P0001→422  ECONNREFUSED→503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35240" y="3017520"/>
            <a:ext cx="39776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309067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SQL uses $1 placeholders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0" y="331927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string concatenation — input cannot be interpreted as SQL.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35240" y="3730752"/>
            <a:ext cx="39776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8039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Pool: max 10 connections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0" y="403250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5s connect timeout; NUMERIC type parser prevents string-arithmetic bugs.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635240" y="4443984"/>
            <a:ext cx="39776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451713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Same-origin in development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772400" y="474573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Vite proxy removes CORS from the browser entirely.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35240" y="5157216"/>
            <a:ext cx="39776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5230368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 on allocation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72400" y="545896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failed allocation can never leave a half-updated task.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— 13 Tables in 4 Layers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11091672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80160"/>
            <a:ext cx="82296" cy="104241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40817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Self-referencing manager_id; users↔employees is a 1:1 optional link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94760" y="1545336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54533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0" y="1545336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54533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26680" y="1545336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54533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487168"/>
            <a:ext cx="11091672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487168"/>
            <a:ext cx="82296" cy="1042416"/>
          </a:xfrm>
          <a:prstGeom prst="rect">
            <a:avLst/>
          </a:prstGeom>
          <a:solidFill>
            <a:srgbClr val="1C2C8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61518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2944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M:N proficiency 1–5 with years experience; day-level availability windows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94760" y="2752344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27523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60720" y="2752344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27523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employee_skills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26680" y="2752344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27523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employee_availability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694176"/>
            <a:ext cx="11091672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694176"/>
            <a:ext cx="82296" cy="104241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8221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41513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task_skills carries required_level AND is_mandatory (a hard filter)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94760" y="3959352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39593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60720" y="3959352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39593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726680" y="3959352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26680" y="39593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task_skills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901184"/>
            <a:ext cx="11091672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901184"/>
            <a:ext cx="82296" cy="10424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50292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77240" y="535838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 history, hour logs, trigger-written audit trail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794760" y="51663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94760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task_assignments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760720" y="51663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work_logs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726680" y="51663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26680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task_history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692640" y="51663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92640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614476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2700">
            <a:solidFill>
              <a:srgbClr val="204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614476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 is structural: CHECK constraints, 3 FK delete policies (RESTRICT / SET NULL / CASCADE) and 9 enums make invalid states unrepresentable — not merely rejected.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Enums, Constraints &amp; Integrity Rules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114800"/>
                <a:gridCol w="482803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Enum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an enum, not a CHECK or VARCHAR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task_status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PENDING, ASSIGNED, IN_PROGRESS, REVIEW, COMPLETED, ON_HOLD, CANCELLED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values — 6 legal transitions, 2 terminal states. Illegal order rejected by trigger.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task_priority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LOW, MEDIUM, HIGH, CRITICAL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Drives batch allocation order — CRITICAL tasks are placed first.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user_role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ADMIN, EMPLOYEE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Only two roles because the allocation engine needs no manager tier.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employment_status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ACTIVE, ON_LEAVE, SUSPENDED, INACTIVE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Only ACTIVE is a hard-filter-eligible candidate.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assignment_mode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AUTO, MANUAL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Distinguishes engine decisions from human overrides in the log.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skill_category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LANGUAGE, FRAMEWORK, DATABASE, … 9 total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Groups the demand/supply gap report.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029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Constraints doing real work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534924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04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uq_active_assignment_per_task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UNIQUE index — structurally guarantees one active assignee per task.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72200" y="534924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04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uq_worklog_task_employee_day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UNIQUE(task_id, employee_id, log_date) — no double-logging the same day.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6007608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04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chk_employee_user_link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EMPLOYEE login must link to a real employee row; ADMIN need not.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172200" y="6007608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04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chk_task_completion_stamps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= COMPLETED ⟺ completed_at IS NOT NULL.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ALLOCATION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fn_task_candidates() — How a Decision Is Made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EEF4FF"/>
          </a:solidFill>
          <a:ln w="12700">
            <a:solidFill>
              <a:srgbClr val="204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344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function scores every employee, then filters. Ineligible candidates are still returned — with their score and the exact reason they were blocked.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066544"/>
            <a:ext cx="457200" cy="457200"/>
          </a:xfrm>
          <a:prstGeom prst="ellipse">
            <a:avLst/>
          </a:prstGeom>
          <a:solidFill>
            <a:srgbClr val="2044F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066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98448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 context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98448" y="2286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hours, priority, deadline and the project's department. Work window = today → deadline (or today + 14 days).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6968" y="2560320"/>
            <a:ext cx="0" cy="3657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962656"/>
            <a:ext cx="457200" cy="457200"/>
          </a:xfrm>
          <a:prstGeom prst="ellipse">
            <a:avLst/>
          </a:prstGeom>
          <a:solidFill>
            <a:srgbClr val="2044F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962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98448" y="2907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skills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98448" y="31821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counts skills held at or above required_level. Mandatory matches counted separately — these become a hard filter.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6968" y="3456432"/>
            <a:ext cx="0" cy="3657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858768"/>
            <a:ext cx="457200" cy="457200"/>
          </a:xfrm>
          <a:prstGeom prst="ellipse">
            <a:avLst/>
          </a:prstGeom>
          <a:solidFill>
            <a:srgbClr val="2044F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98448" y="38039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hard filters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98448" y="407822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rules remove anyone ineligible. Each records a human-readable blocking reason.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6968" y="4352544"/>
            <a:ext cx="0" cy="3657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754880"/>
            <a:ext cx="457200" cy="457200"/>
          </a:xfrm>
          <a:prstGeom prst="ellipse">
            <a:avLst/>
          </a:prstGeom>
          <a:solidFill>
            <a:srgbClr val="2044F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98448" y="47000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the rest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98448" y="497433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0–100 across five components, plus a same-department bonus.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86968" y="5248656"/>
            <a:ext cx="0" cy="3657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5650992"/>
            <a:ext cx="457200" cy="457200"/>
          </a:xfrm>
          <a:prstGeom prst="ellipse">
            <a:avLst/>
          </a:prstGeom>
          <a:solidFill>
            <a:srgbClr val="2044F0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5650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98448" y="5596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 &amp; persist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98448" y="58704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fn_allocate_task() locks the task row, writes the assignment and stores the full score breakdown as JSONB.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0" y="2011680"/>
            <a:ext cx="6153912" cy="4114800"/>
          </a:xfrm>
          <a:prstGeom prst="roundRect">
            <a:avLst>
              <a:gd name="adj" fmla="val 1111"/>
            </a:avLst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5650992" y="2121408"/>
            <a:ext cx="5879592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Why it lives in SQL: one round trip, and the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scoring is guaranteed identical everywhere.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fn_task_candidates($1, $2)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is_eligible DESC,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total_score  DESC;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returned columns include: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is_eligible        BOOLEAN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total_score        NUMERIC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skill_score        NUMERIC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workload_score     NUMERIC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availability_score NUMERIC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deadline_score     NUMERIC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experience_score   NUMERIC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capacity_hours     NUMERIC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allocated_hours    NUMERIC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open_tasks         INT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blocking_reasons   TEXT[]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ALLOCATION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— The Seven Hard Filters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42062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Filter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Condition applied in fn_task_candidates()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044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Employment status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employment_status = 'ACTIVE'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044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Availability flag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is_available is TRUE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044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blocked period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 UNAVAILABLE record overlapping the work window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044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mandatory skills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Holds every mandatory required skill at the required level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044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Minimum coverage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 coverage ≥ 50% (skipped when no skills required)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044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044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280160"/>
            <a:ext cx="3867912" cy="2286000"/>
          </a:xfrm>
          <a:prstGeom prst="roundRect">
            <a:avLst>
              <a:gd name="adj" fmla="val 2400"/>
            </a:avLst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4630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Filters 6 &amp; 7 are the point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1000" y="1828800"/>
            <a:ext cx="3429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 what stop over-allocation.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low-scoring but technically skilled person is still refused if the work would not fit inside their weekly capacity, or could not be finished before the deadline.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0" y="3749040"/>
            <a:ext cx="386791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0" y="3931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01000" y="4279392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rejection carries a reason string: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04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"Missing mandatory skills (2/3)"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04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"Skill coverage below 50%"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04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"Would exceed capacity (52h of 40h)"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UI surfaces these on hover — the reasoning is never hidden.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ALLOCATION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— Weighted Scoring (0–100)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868680"/>
                <a:gridCol w="3794760"/>
                <a:gridCol w="427939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Weight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Formula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Rationale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Skill fit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044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0.60 × coverage  +  0.40 × level adequacy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dominant signal — can they actually do this work?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Workload headroom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044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1 − (allocated + this task) ÷ capacity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Prefer whoever has genuine room, not just anyone eligible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Availability in window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044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free window capacity ÷ task hours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Accounts for leave and PARTIAL days inside the window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Deadline pressure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044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deadline slack ÷ window capacity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Favours people who can absorb the timeline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Experience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044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 years ÷ 10, capped at 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tie-breaker only — deliberately the smallest weight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department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flat bonus when dept matches the project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Contextual knowledge, but not strong enough to distort skill fit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16636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28523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" y="57150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 carries nearly half the score, and it splits into coverage (did they learn it at all?) and adequacy (are they senior enough?).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97680" y="516636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80560" y="528523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480560" y="57150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Experience is the smallest component by design — seniority should not override a genuine capability or capacity mismatch.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046720" y="516636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0" y="528523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229600" y="57150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Weights are constants inside one SQL function. Changing policy means editing one file, and every past decision remains reproducible because the breakdown is stored.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ALLOCATION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Concurrency — Two Admins, One Task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11091672" cy="530352"/>
          </a:xfrm>
          <a:prstGeom prst="roundRect">
            <a:avLst>
              <a:gd name="adj" fmla="val 8621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34440"/>
            <a:ext cx="10698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risk: two people press Allocate on the same task at the same instant, and the same employee is assigned twice — overloading someone the rules were meant to protect.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6675120" cy="3063240"/>
          </a:xfrm>
          <a:prstGeom prst="roundRect">
            <a:avLst>
              <a:gd name="adj" fmla="val 1493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075688"/>
            <a:ext cx="6400800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fn_allocate_task(), step 1 of 5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INTO v_task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tasks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task_id = p_task_id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FOR UPDATE;        -- ← row lock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-- 2. pick the top eligible candidate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ORDER BY total_score DESC,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         open_tasks ASC LIMIT 1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-- 3. release any prior ACTIVE assignment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-- 4. INSERT the new assignment + JSONB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score breakdown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-- 5. UPDATE tasks SET status = ASSIGNED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965960"/>
            <a:ext cx="4142232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0391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UPDATE row lock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80960" y="22677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second transaction blocks until the first commits, then re-scores against the new state. It cannot pick the now-loaded employee.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498080" y="2752344"/>
            <a:ext cx="4142232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82549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UNIQUE index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80960" y="305409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uq_active_assignment_per_task on (task_id) WHERE state = 'ACTIVE' — one active assignee, guaranteed by the storage engine.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498080" y="3538728"/>
            <a:ext cx="4142232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361188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Outer transaction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80960" y="38404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db.transaction() wraps the call: any failure rolls back completely, so no half-updated task is ever left behind.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498080" y="4325112"/>
            <a:ext cx="4142232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439826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Per-task batch isolation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80960" y="46268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runBatch() each task is its own transaction, so one failure cannot abort the whole run.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48640" y="5257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allocation is safe under concurrency without any application-level locking logic.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Triggers — Rules That Cannot Be Bypassed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2377440"/>
                <a:gridCol w="583387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Trigger function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Fires 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 enforced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fn_validate_status()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BEFORE UPDATE on tasks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Rejects illegal transitions with SQLSTATE 23514. COMPLETED and CANCELLED are terminal.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fn_recalc_task_hours()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AFTER I/U/D on work_logs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Recomputes tasks.actual_hours = SUM(hours_spent). The app never writes this column, so it cannot drift.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fn_validate_work_log()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BEFORE I/U on work_logs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Only the currently-assigned employee may log hours; blocks logging on closed tasks.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fn_log_task_status_history()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AFTER I/U on tasks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Writes CREATED, STATUS_CHANGE, ASSIGNEE_CHANGED and PROGRESS_UPDATED rows automatically.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fn_log_work_log_history()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AFTER I/U on work_logs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Records HOURS_LOGGED / HOURS_LOG_UPDATED for the audit trail.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fn_stamp_timestamps()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BEFORE I/U on tasks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Sets started_at, completed_at, assigned_at and progress_percent from the status alone.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fn_log_assignment_history()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AFTER INSERT on assignments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Records the ASSIGNED action with mode and suitability score.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fn_sync_assignment_task()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AFTER UPDATE on assignments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Completing an assignment completes the task, atomically.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fn_guard_skill_removal()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BEFORE DELETE on emp_skills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Refuses to strip a skill while open tasks still require it.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8064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 fn_touch_updated_at() on five tables to maintain updated_at consistently.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Views — The Analytical Layer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3063240"/>
                <a:gridCol w="5239512"/>
              </a:tblGrid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Answers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derived values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4F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v_employee_workload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is overloaded right now?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allocated/remaining hours, utilisation %, and a FREE→LIGHT→BALANCED→HEAVY→OVERLOADED band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v_task_board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does the task list need to show?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hours variance, is_overdue, deadline_state (ON_TRACK / DUE_SOON / OVERDUE), skills text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v_deadline_risk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tasks are going to miss?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days_left and a risk_level of CRITICAL (≤2d) / AT_RISK (≤5d) / ON_TRACK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v_skill_demand_supply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are the skill shortages?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qualified_employees vs open_hours_required, flagged CRITICAL_GAP or SCARCE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v_allocation_log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was this person chosen?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Unpacks the JSONB score_breakdown into readable columns per decision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v_employee_performance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Are estimates accurate?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estimation_error_pct, on_time_completions vs late_completions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v_project_progress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 the project on track?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completion_pct and budget_usage_pct, flagging overruns &gt;100%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v_daily_effort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did the hours go?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 day per employee: tasks touched and hours spent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7607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figure in the UI is computed in SQL. The JavaScript never aggregates workload data — it renders rows.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Client — Structure &amp; Access Control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80160"/>
            <a:ext cx="64008" cy="2286000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408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Routes · 5 Admin-Only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1737360"/>
            <a:ext cx="3182112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Dashboard, My Tasks, Tasks, Task Detail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Allocation, Workload, Projects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Detail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Employees, Departments, Skills, Reports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280160"/>
            <a:ext cx="64008" cy="2286000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15968" y="128016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15968" y="1280160"/>
            <a:ext cx="64008" cy="2286000"/>
          </a:xfrm>
          <a:prstGeom prst="rect">
            <a:avLst/>
          </a:prstGeom>
          <a:solidFill>
            <a:srgbClr val="1C2C8D"/>
          </a:solidFill>
          <a:ln/>
        </p:spPr>
      </p:sp>
      <p:sp>
        <p:nvSpPr>
          <p:cNvPr id="15" name="Text 13"/>
          <p:cNvSpPr/>
          <p:nvPr/>
        </p:nvSpPr>
        <p:spPr>
          <a:xfrm>
            <a:off x="4517136" y="1408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RBAC Layers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17136" y="1737360"/>
            <a:ext cx="3182112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guards — Protected adminOnly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 filtering — the whole Administration section disappears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In-page gating — Log Hours only for assignee or admin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5968" y="1280160"/>
            <a:ext cx="64008" cy="2286000"/>
          </a:xfrm>
          <a:prstGeom prst="rect">
            <a:avLst/>
          </a:prstGeom>
          <a:solidFill>
            <a:srgbClr val="1C2C8D"/>
          </a:solidFill>
          <a:ln/>
        </p:spPr>
      </p:sp>
      <p:sp>
        <p:nvSpPr>
          <p:cNvPr id="18" name="Shape 16"/>
          <p:cNvSpPr/>
          <p:nvPr/>
        </p:nvSpPr>
        <p:spPr>
          <a:xfrm>
            <a:off x="8083296" y="128016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3296" y="1280160"/>
            <a:ext cx="64008" cy="2286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1408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UI Library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84464" y="1737360"/>
            <a:ext cx="3182112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behavioural components in JS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shared classes in @layer components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hand-copied inline SVG icon paths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Charts and progress bars are plain divs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83296" y="1280160"/>
            <a:ext cx="64008" cy="2286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Details worth demonstrating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" y="4142232"/>
            <a:ext cx="128016" cy="12801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0690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key={location.pathname} on &lt;Outlet&gt; —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Forces a remount per navigation, so no stale data can leak between routes.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" y="4617720"/>
            <a:ext cx="128016" cy="12801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5445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AuthProvider wraps BrowserRouter —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state survives router re-creation; loading stays true during the /auth/me restore, preventing the login-page flash on refresh.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" y="5093208"/>
            <a:ext cx="128016" cy="12801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020056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DataBoundary —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loading / error / empty switch, which is why all 13 data pages behave identically.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" y="5568696"/>
            <a:ext cx="128016" cy="12801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49554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 API helpers, zero hard-coded URLs —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Paths resolve against window.location.origin, so dev and production behave the same.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" y="6044184"/>
            <a:ext cx="128016" cy="12801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97103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Colour is semantic —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slate = chrome, brand = interactive, emerald = healthy, amber = at risk, red = overdue. Defined once and reused.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 &amp; Testing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533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regression checks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214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passing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234440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3533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14/14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3429000" y="1874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routes smoke-tested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1214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against live 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533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API calls in smoke test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1214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requests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15400" y="1234440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13533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C2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9,695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006840" y="1874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of code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06840" y="21214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+ JS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2788920"/>
            <a:ext cx="54864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788920"/>
            <a:ext cx="64008" cy="2926080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29169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scripts/testApi.js — API Regression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" y="3246120"/>
            <a:ext cx="5102352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 checks across 10 groups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Auth, departments, employees, skills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Projects, tasks, allocation, workload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reporting view loads with real data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and authorisation failures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Includes a cleanup phase that removes its own test tasks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2788920"/>
            <a:ext cx="64008" cy="2926080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29" name="Shape 27"/>
          <p:cNvSpPr/>
          <p:nvPr/>
        </p:nvSpPr>
        <p:spPr>
          <a:xfrm>
            <a:off x="6153912" y="2788920"/>
            <a:ext cx="54864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53912" y="2788920"/>
            <a:ext cx="64008" cy="2926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29169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scripts/smokePages.mjs — Route Smoke Test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3246120"/>
            <a:ext cx="5102352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Bundles the real components with esbuild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Mounts all 14 routes in jsdom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Points at the live Express + PostgreSQL stack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Waits 2.5s for effects and requests to settle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in as ADMIN so admin pages are truly exercised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Fails on any thrown error — catches what a build cannot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53912" y="2788920"/>
            <a:ext cx="64008" cy="2926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8064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smoke test is the strongest artefact: it catches null dereferences on first paint, wrong property names and hook misuse — none of which a successful production build would reveal.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— 5 Minute Run Sheet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1109167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435608"/>
            <a:ext cx="420624" cy="420624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435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3716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page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164592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 are pre-filled. Click a demo account to show one-click fill.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121408"/>
            <a:ext cx="1109167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2276856"/>
            <a:ext cx="420624" cy="420624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2768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2128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248716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KPIs, status breakdown, skill shortages and top performers — all from a single API call.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962656"/>
            <a:ext cx="11091672" cy="731520"/>
          </a:xfrm>
          <a:prstGeom prst="roundRect">
            <a:avLst>
              <a:gd name="adj" fmla="val 6250"/>
            </a:avLst>
          </a:prstGeom>
          <a:solidFill>
            <a:srgbClr val="EEF4FF"/>
          </a:solidFill>
          <a:ln w="19050">
            <a:solidFill>
              <a:srgbClr val="204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118104"/>
            <a:ext cx="420624" cy="420624"/>
          </a:xfrm>
          <a:prstGeom prst="ellipse">
            <a:avLst/>
          </a:prstGeom>
          <a:solidFill>
            <a:srgbClr val="2044F0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1181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05409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Allocation (the core)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328416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a pending task, then hover a "No" badge to reveal the blocking reason. Allocate the top candidate and show the score breakdown.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803904"/>
            <a:ext cx="1109167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3959352"/>
            <a:ext cx="420624" cy="420624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39593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389534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detail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416966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hours — watch actual_hours and progress update. Open the History tab to show the trigger-written audit trail.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45152"/>
            <a:ext cx="1109167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4800600"/>
            <a:ext cx="420624" cy="420624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800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25880" y="473659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5010912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Deadline risk, including the deliberately tightened overdue deadlines in the seed data.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" y="5641848"/>
            <a:ext cx="420624" cy="420624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" y="56418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25880" y="55778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to an employee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25880" y="585216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Administration section disappears from the sidebar and Allocation becomes unreachable.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accounts — password Password123! for all:  admin@smartworkforce.com  ·  tanvirahmed@smartworkforce.com  ·  ayesha.rahman@smartworkforce.com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REFLECTION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Limitations, Fixes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Workforce &amp; Task Allocation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070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Issues found and fixed during this build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5486400" cy="768096"/>
          </a:xfrm>
          <a:prstGeom prst="roundRect">
            <a:avLst>
              <a:gd name="adj" fmla="val 595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62763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Session shape mismatch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856232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/auth/login returned a nested user.employee but /auth/me returned a flat row, so employeeId became null after any refresh — My Tasks appeared empty. Fixed by extracting one buildUser() used by both endpoints.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48640" y="2414016"/>
            <a:ext cx="5486400" cy="768096"/>
          </a:xfrm>
          <a:prstGeom prst="roundRect">
            <a:avLst>
              <a:gd name="adj" fmla="val 595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48716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ReferenceError after project save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715768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vestigial setLoadedId() call threw inside the try block after a successful save, showing a false error toast. Line removed.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48640" y="3273552"/>
            <a:ext cx="5486400" cy="768096"/>
          </a:xfrm>
          <a:prstGeom prst="roundRect">
            <a:avLst>
              <a:gd name="adj" fmla="val 595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34670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No 401 handling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575304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expired token left the user on a broken page. Added an interceptor that clears storage and lets the route guard redirect.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355080" y="12070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and honest next steps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1554480"/>
            <a:ext cx="5285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61848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weights are hard-coded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7960" y="182880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Moving them to a weights table would let the engine be tuned without a code change.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355080" y="2249424"/>
            <a:ext cx="5285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313432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pagination in the UI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7960" y="2523744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Pagination is built but unused — every list endpoint returns full arrays, which will not scale.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355080" y="2944368"/>
            <a:ext cx="5285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008376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refresh tokens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3218688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8h token then a hard logout. Short-lived access plus refresh tokens would improve the experience.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355080" y="3639312"/>
            <a:ext cx="5285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703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flows lack tests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7960" y="391363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smoke test never submits a form, which is how the setLoadedId bug survived. Adding submit paths is the priority.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355080" y="4334256"/>
            <a:ext cx="5285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398264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4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Allocation is stateless per task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37960" y="46085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 scores each task in isolation. Considering whole-project scheduling would be the natural next step.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C8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044F0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234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allocation logic is not in the application.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in the database — where it cannot be bypassed,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drift, and leaves an audit trail by default.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051560" y="384048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61288" y="448056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tables, 8 views,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triggers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0" y="384048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767328" y="448056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filters that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over-allocation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384048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73368" y="448056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 that call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functions, not rules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69680" y="384048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 + 14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79408" y="448056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checks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passing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1560" y="5715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— questions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Workforce &amp; Task Allocation System</dc:title>
  <dc:subject>PptxGenJS Presentation</dc:subject>
  <dc:creator>Smart Workforce Project</dc:creator>
  <cp:lastModifiedBy>Smart Workforce Project</cp:lastModifiedBy>
  <cp:revision>1</cp:revision>
  <dcterms:created xsi:type="dcterms:W3CDTF">2026-10-04T18:32:20Z</dcterms:created>
  <dcterms:modified xsi:type="dcterms:W3CDTF">2026-10-04T18:32:20Z</dcterms:modified>
</cp:coreProperties>
</file>